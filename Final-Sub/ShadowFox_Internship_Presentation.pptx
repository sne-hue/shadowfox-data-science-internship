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86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Internship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·  Intermediate  ·  Advanced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49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all three internship levels — the tasks, the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approach, and what the data actually showed.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levels, three datasets, one growing skill 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8653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30428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Pandas &amp; Matplotlib using real IPL match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640080" cy="640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2826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37216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Delhi's air quality, hour by hour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47000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51389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scratch exploratory analysis of Indian cinema, 2001–2019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E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760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ShadowFox Data Science Internship is structured in three levels. Every task uses a real dataset so the conclusions are grounded in something checkable.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levels build on each other: charting fundamentals, then a full exploratory analysis with real research questions, then an open-ended final project — choosing a dataset and defining the questions myself.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949440" y="141732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8040" y="152704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0" y="14173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analysed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49440" y="29260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8040" y="303580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0" y="29260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visuals built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49440" y="443484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454456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86800" y="44348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answered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2423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Level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487168" y="3246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Library Documentation — Pandas &amp; Matplotlib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&amp;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E8EE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asked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 visualization libraries — the chart types each one supports, with working code for every one.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chose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Matplotlib, documented side by side using a real IPL match dataset (2008–2022, 950 matches) instead of dummy numbers.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together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plotting runs on Matplotlib underneath — so this shows the quick way and the fully-controlled way of building the same chart.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63640" y="12344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chart types covered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70408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783080"/>
            <a:ext cx="704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04888" y="1783080"/>
            <a:ext cx="608076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1783080"/>
            <a:ext cx="608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50124" y="1783080"/>
            <a:ext cx="166420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850124" y="1783080"/>
            <a:ext cx="16642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51492" y="1783080"/>
            <a:ext cx="118414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651492" y="1783080"/>
            <a:ext cx="11841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0" y="1783080"/>
            <a:ext cx="608076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0" y="1783080"/>
            <a:ext cx="608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24028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240280"/>
            <a:ext cx="10881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88936" y="2240280"/>
            <a:ext cx="608076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7488936" y="2240280"/>
            <a:ext cx="6080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34172" y="2240280"/>
            <a:ext cx="704088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234172" y="2240280"/>
            <a:ext cx="704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75420" y="2240280"/>
            <a:ext cx="1376172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9075420" y="22402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588752" y="2240280"/>
            <a:ext cx="992124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10588752" y="2240280"/>
            <a:ext cx="9921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2697480"/>
            <a:ext cx="1376172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697480"/>
            <a:ext cx="13761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6972" y="2697480"/>
            <a:ext cx="1952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Scatter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63640" y="3154680"/>
            <a:ext cx="19522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4-Panel Dashboard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Level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Showed</a:t>
            </a:r>
            <a:endParaRPr lang="en-US" sz="2600" dirty="0"/>
          </a:p>
        </p:txBody>
      </p:sp>
      <p:pic>
        <p:nvPicPr>
          <p:cNvPr id="3" name="Image 0" descr="charts/beginne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34440"/>
            <a:ext cx="5577840" cy="36941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0" y="495604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4-panel dashboard built entirely in Matplotlib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117043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Indians and Chennai Super Kings have won clearly more matches than any other IPL team.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231343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now choose to field first after winning the toss about 63% of the time — a habit that's grown fast since 2014.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3456432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wins by runs are narrow — the median margin is just 22 runs.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493776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047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532180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speed, Matplotlib for control — and combining both beats picking one.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Level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2423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Level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487168" y="3246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Air Quality Index Analysis — Pandas, Matplotlib &amp; Seaborn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&amp;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Delhi air quality readings, 1–24 January 2023 (561 hourly readings)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adjustment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asked about seasonal variation — but 24 days of January can't support that. So the research questions were reshaped around what the data could actually answer: daily patterns, pollutant relationships, and weekday vs weekend differences.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PM2.5 / PM10 readings into the real CPCB AQI scale, then broke the data down by hour, by pollutant, and by 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E8EE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48132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2344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bad was the air, by official AQI category?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37744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E8EE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62432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23774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pollution follow a pattern across the day?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52044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E8EE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376732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35204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pollutants move together — and why?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4663440"/>
            <a:ext cx="5303520" cy="960120"/>
          </a:xfrm>
          <a:prstGeom prst="roundRect">
            <a:avLst>
              <a:gd name="adj" fmla="val 7619"/>
            </a:avLst>
          </a:prstGeom>
          <a:solidFill>
            <a:srgbClr val="E8EE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446520" y="4910328"/>
            <a:ext cx="457200" cy="457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466344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weekdays compare to weekends?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Level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Showed</a:t>
            </a:r>
            <a:endParaRPr lang="en-US" sz="2600" dirty="0"/>
          </a:p>
        </p:txBody>
      </p:sp>
      <p:pic>
        <p:nvPicPr>
          <p:cNvPr id="3" name="Image 0" descr="charts/intermediate_aqi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5212080" cy="3364992"/>
          </a:xfrm>
          <a:prstGeom prst="rect">
            <a:avLst/>
          </a:prstGeom>
        </p:spPr>
      </p:pic>
      <p:pic>
        <p:nvPicPr>
          <p:cNvPr id="4" name="Image 1" descr="charts/intermediate_diur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51560"/>
            <a:ext cx="5394960" cy="30083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Hours by AQI category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172200" y="4434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Pollution level by hour of day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640080" y="4846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4956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822960" y="5486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hours were Severe or Very Poor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434840" y="4846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11" name="Text 7"/>
          <p:cNvSpPr/>
          <p:nvPr/>
        </p:nvSpPr>
        <p:spPr>
          <a:xfrm>
            <a:off x="4617720" y="4956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 AM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4617720" y="5486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cleanest window of the day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0" y="484632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0B2545"/>
          </a:solidFill>
          <a:ln/>
        </p:spPr>
      </p:sp>
      <p:sp>
        <p:nvSpPr>
          <p:cNvPr id="14" name="Text 10"/>
          <p:cNvSpPr/>
          <p:nvPr/>
        </p:nvSpPr>
        <p:spPr>
          <a:xfrm>
            <a:off x="8412480" y="495604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8412480" y="5486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PM2.5 and PM10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Level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4754880" cy="47548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1463040"/>
            <a:ext cx="3840480" cy="38404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31720"/>
            <a:ext cx="1371600" cy="13716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468880" y="2423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Level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487168" y="3246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Cinema Exploratory Data Analysis — a final project, dataset of choice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&amp; Approach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1,629 Indian films released between 2001 and 2019 — ratings, votes, genres, cast, runtime, and awards data.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my own questions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exploring the columns, I settled on seven research questions the data could genuinely answer, from genre trends to what actually predicts a higher rating.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892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were one pipe-separated string per film; awards were free text like "3 wins &amp; 5 nominations" — both parsed into structured numbers before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03520" cy="4892040"/>
          </a:xfrm>
          <a:prstGeom prst="roundRect">
            <a:avLst>
              <a:gd name="adj" fmla="val 1869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Research Questions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192024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95160" y="18928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the genre mix shifted, 2001–2019?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2450592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242316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vote count align with rating?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980944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295351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rate highest?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51129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3483864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runtime affect rating?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4041648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95160" y="4014216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prolific actors mean better films?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572000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454456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award recognition relate to rating?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37960" y="5102352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5102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507492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average rating trended by year?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600" dirty="0"/>
          </a:p>
        </p:txBody>
      </p:sp>
      <p:pic>
        <p:nvPicPr>
          <p:cNvPr id="3" name="Image 0" descr="charts/advanced_genre_r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5349240" cy="33924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262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Average rating by genre (50+ films)</a:t>
            </a:r>
            <a:endParaRPr lang="en-US" sz="1050" dirty="0"/>
          </a:p>
        </p:txBody>
      </p:sp>
      <p:pic>
        <p:nvPicPr>
          <p:cNvPr id="5" name="Image 1" descr="charts/advanced_acto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43000"/>
            <a:ext cx="3337560" cy="26700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3640" y="37947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Rating: prolific-cast films vs. the rest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6263640" y="42062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/>
        </p:spPr>
      </p:sp>
      <p:sp>
        <p:nvSpPr>
          <p:cNvPr id="8" name="Text 4"/>
          <p:cNvSpPr/>
          <p:nvPr/>
        </p:nvSpPr>
        <p:spPr>
          <a:xfrm>
            <a:off x="6492240" y="434340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counter-intuitive finding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92240" y="4645152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 with a top-8 prolific actor rated 5.46 on average — slightly below the 5.59 for films without one. A familiar cast didn't mean a better film.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571500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0" y="57790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498080" y="57150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votes vs. rating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9006840" y="5715000"/>
            <a:ext cx="2606040" cy="82296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0" y="577900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0241280" y="57150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D7E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runtime vs. rating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Hidden Gems &amp; Glorious Bombs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AF7F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Gems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films rate 7.5+ on fewer than 1,000 votes — genuinely great, almost nobody's seen them.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 Thakurganj (2019)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3484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· 895 votes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Solution (2004)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34840" y="2715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 · 333 votes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09981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Raag Desh (2017)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309981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· 341 votes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18872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B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Most-Watched Worst-Rated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1691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budgets, big vote counts, brutal ratings. Popularity got these watched — not liked.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Aag (2007)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0" y="23317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· 6,421 votes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7157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3 (2018)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0" y="2715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· 30,038 votes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09981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Gunday (2014)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0" y="309981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· 56,670 votes</a:t>
            </a:r>
            <a:endParaRPr lang="en-US" sz="1100" dirty="0"/>
          </a:p>
        </p:txBody>
      </p:sp>
      <p:pic>
        <p:nvPicPr>
          <p:cNvPr id="21" name="Image 0" descr="charts/advanced_genre_pair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703320"/>
            <a:ext cx="4206240" cy="26974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641908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Which genres actually show up together (Comedy + Romance = 189 films, the rom-com formula)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Level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ShadowFox Data Science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5029200" cy="50292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5303520"/>
            <a:ext cx="3840480" cy="3840480"/>
          </a:xfrm>
          <a:prstGeom prst="ellipse">
            <a:avLst/>
          </a:prstGeom>
          <a:solidFill>
            <a:srgbClr val="132A4E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429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and notebooks are available in the</a:t>
            </a:r>
            <a:endParaRPr lang="en-US" sz="1500" dirty="0"/>
          </a:p>
          <a:p>
            <a:pPr algn="ctr">
              <a:lnSpc>
                <a:spcPts val="2200"/>
              </a:lnSpc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https://github.com/sne-hue/ShadowFox-Data-Science-Internship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88636" y="44348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981</Words>
  <Application>Microsoft Office PowerPoint</Application>
  <PresentationFormat>Widescreen</PresentationFormat>
  <Paragraphs>169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sneha kumari</cp:lastModifiedBy>
  <cp:revision>6</cp:revision>
  <dcterms:created xsi:type="dcterms:W3CDTF">2026-09-23T04:17:14Z</dcterms:created>
  <dcterms:modified xsi:type="dcterms:W3CDTF">2026-09-23T05:35:28Z</dcterms:modified>
</cp:coreProperties>
</file>